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Sankey Diagrams for Pathway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Sankey diagrams visualize patient journeys and intervention impacts across health pathways.</a:t>
            </a:r>
          </a:p>
          <a:p>
            <a:pPr>
              <a:defRPr sz="1800"/>
            </a:pPr>
            <a:r>
              <a:t>• Pathways modeled: Risk Stratification, ANC &amp; Complications, Intrapartum Monitoring, SDR Delivery.</a:t>
            </a:r>
          </a:p>
          <a:p>
            <a:pPr>
              <a:defRPr sz="1800"/>
            </a:pPr>
            <a:r>
              <a:t>• Each stage is mapped to a node; flows represent transitions; color-coding highlights bottlenecks and effects.</a:t>
            </a:r>
          </a:p>
        </p:txBody>
      </p:sp>
      <p:pic>
        <p:nvPicPr>
          <p:cNvPr id="4" name="Picture 3" descr="sanke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Comparative Insights from Sankey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Baseline vs. intervention Sankey diagrams reveal how interventions shift patient flows and outcomes.</a:t>
            </a:r>
          </a:p>
          <a:p>
            <a:pPr>
              <a:defRPr sz="1800"/>
            </a:pPr>
            <a:r>
              <a:t>• Quantifies reductions in adverse events and improvements in care pathways.</a:t>
            </a:r>
          </a:p>
          <a:p>
            <a:pPr>
              <a:defRPr sz="1800"/>
            </a:pPr>
            <a:r>
              <a:t>• Users can select pathways and scenarios in the dashboard for instant visual feedback.</a:t>
            </a:r>
          </a:p>
        </p:txBody>
      </p:sp>
      <p:pic>
        <p:nvPicPr>
          <p:cNvPr id="4" name="Picture 3" descr="sankey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Deployment, Optimization, and Future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Dashboard optimized for online use (Streamlit, Plotly, caching, memory management).</a:t>
            </a:r>
          </a:p>
          <a:p>
            <a:pPr>
              <a:defRPr sz="1800"/>
            </a:pPr>
            <a:r>
              <a:t>• Future: Integrate with real-time, distributed health data (with missing/inconsistent data).</a:t>
            </a:r>
          </a:p>
          <a:p>
            <a:pPr>
              <a:defRPr sz="1800"/>
            </a:pPr>
            <a:r>
              <a:t>• Requires robust ETL, scalable backend, advanced analytics, and compliance with health data regulations.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